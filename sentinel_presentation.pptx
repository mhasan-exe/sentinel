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5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526"/>
                </a:solidFill>
                <a:latin typeface="Arial"/>
              </a:rPr>
              <a:t>Bytes on the wire (NIST FIPS 203 / 204 published sizes)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(X25519 + Ed25519)</c:v>
                </c:pt>
              </c:strCache>
            </c:strRef>
          </c:tx>
          <c:spPr>
            <a:solidFill>
              <a:srgbClr val="1E2F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5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Public Key</c:v>
                  </c:pt>
                  <c:pt idx="1">
                    <c:v>Ephemeral/Ciphertext</c:v>
                  </c:pt>
                  <c:pt idx="2">
                    <c:v>Signature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32</c:v>
                </c:pt>
                <c:pt idx="2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PQC (ML-KEM-768 + ML-DSA-65)</c:v>
                </c:pt>
              </c:strCache>
            </c:strRef>
          </c:tx>
          <c:spPr>
            <a:solidFill>
              <a:srgbClr val="2EE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5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Public Key</c:v>
                  </c:pt>
                  <c:pt idx="1">
                    <c:v>Ephemeral/Ciphertext</c:v>
                  </c:pt>
                  <c:pt idx="2">
                    <c:v>Signature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1184</c:v>
                </c:pt>
                <c:pt idx="1">
                  <c:v>1088</c:v>
                </c:pt>
                <c:pt idx="2">
                  <c:v>3309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5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Quantum-Resistant Web Security &amp; Real-Time Threat Demonstration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security instincts. Then test your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2926080" cy="0"/>
          </a:xfrm>
          <a:prstGeom prst="line">
            <a:avLst/>
          </a:prstGeom>
          <a:noFill/>
          <a:ln w="19050">
            <a:solidFill>
              <a:srgbClr val="1E2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Hasan  &amp;  Samreen Sikandar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Researchathon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security always costs something.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measures what.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0B15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does adding stronger security mechanisms, including post-quantum cryptography, affect the security and performance of a real-time WebSocket communication system?”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demo that claims “X is better”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layer is switchable — the same attack runs against every configuration.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9776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4572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is real, against our own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50749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ciphertext, real signatures, real nonce reuse — not narrated strings.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9776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4572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measured, not assumed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50749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time, message size, chat latency — recorded live, stored, browsable.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Sentinel defends against — and what it doesn't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scope,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Weak/absent authentication (JWT bypass, tampering)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WebSocket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tampering &amp; replay on our own traffic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on unencrypted application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via unsanitized chat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0B1526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3774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3957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threat — stated correctly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quantum computers can currently break normal encryption. They can't, today.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88620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published claim: sufficiently capable future quantum computers threaten the hard-math assumptions (factoring, discrete log) that classical public-key crypto — RSA, ECDH, ECDSA — relies on. That motivates migrating key exchange and signatures to lattice-based post-quantum algorithms (ML-KEM, ML-DSA) now, ahead of that future.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FastAPI app, three real-time channels, one crypto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/ dashboard / viewer)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2743200"/>
            <a:ext cx="731520" cy="0"/>
          </a:xfrm>
          <a:prstGeom prst="line">
            <a:avLst/>
          </a:prstGeom>
          <a:noFill/>
          <a:ln w="25400">
            <a:solidFill>
              <a:srgbClr val="5A6B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9659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0B152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  (FastAPI app)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E2F52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26426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connection_manager.py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94760" y="28803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live crypto state, seen-nonce cache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324612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E2F52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282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security_engine.py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94760" y="35204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 execution against real captured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0" y="388620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E2F52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9227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crypto_engine.py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41605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X25519/Ed25519 + ML-KEM-768/ML-DSA-65 + AES-GCM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452628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E2F52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45628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security_config.py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4800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dict every layer checks before acting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23960" y="2743200"/>
            <a:ext cx="685800" cy="0"/>
          </a:xfrm>
          <a:prstGeom prst="line">
            <a:avLst/>
          </a:prstGeom>
          <a:noFill/>
          <a:ln w="25400">
            <a:solidFill>
              <a:srgbClr val="5A6B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22860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55548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(User, SurveyResponse,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SecurityEvent, ExperimentResult)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5330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715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chat — encrypt &amp; sign per SECURITY_CONFIG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5349240"/>
            <a:ext cx="411480" cy="41148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92040" y="5330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/ws/viewer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5715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Eavesdropper view — sees exactly what encryption allows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5349240"/>
            <a:ext cx="411480" cy="41148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0" y="5330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/ws/dashboard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38160" y="5715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live attacks, benchmark sessions, telemetry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layers. Every one has an ON/OFF switch.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2494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6334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2494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26334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verified server-side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8600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22494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 authentication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15400" y="26334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required to open /ws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textContent, never innerHTML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0332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integrity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 + verify per message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5204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70332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5400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 encryption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1540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AES-256-GCM, session-keyed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50840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TLS-equivalent handshake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325880" y="54681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+ Ed25519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43400" y="49377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6280" y="51206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20640" y="50840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ML-KEM-768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120640" y="54681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key exchange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49377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21040" y="5120640"/>
            <a:ext cx="457200" cy="45720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15400" y="50840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ML-DSA-65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915400" y="54681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signatures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SECURITY_CONFIG = { …, "ml_kem": False, "ml_dsa": False }  — flip on, same attacks, compare.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CRYPTOGRAPHY — TODAY'S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X25519 + Ed25519 + AES-256-GCM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exchange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 each generate an ephemeral keypair, exchange public keys, run ECDH → shared secret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3931920"/>
            <a:ext cx="228600" cy="0"/>
          </a:xfrm>
          <a:prstGeom prst="line">
            <a:avLst/>
          </a:prstGeom>
          <a:noFill/>
          <a:ln w="25400">
            <a:solidFill>
              <a:srgbClr val="0FA9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514600"/>
            <a:ext cx="502920" cy="50292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Ed25519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 transcript is signed — proves it wasn't forged or swapped mid-exchange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3931920"/>
            <a:ext cx="228600" cy="0"/>
          </a:xfrm>
          <a:prstGeom prst="line">
            <a:avLst/>
          </a:prstGeom>
          <a:noFill/>
          <a:ln w="25400">
            <a:solidFill>
              <a:srgbClr val="0FA9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2514600"/>
            <a:ext cx="502920" cy="50292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 session key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HKDF-SHA256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 → 32-byte AES-256 key, bound to this connection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3931920"/>
            <a:ext cx="228600" cy="0"/>
          </a:xfrm>
          <a:prstGeom prst="line">
            <a:avLst/>
          </a:prstGeom>
          <a:noFill/>
          <a:ln w="25400">
            <a:solidFill>
              <a:srgbClr val="0FA9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18320" y="2514600"/>
            <a:ext cx="502920" cy="50292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every message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7260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7260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 — confidentiality AND tamper-evidence in one step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crypto_engine.py — _classical_handshake()  ·  every step timed with perf_counter(), real bytes, real keys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— THE MIGRATION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ML-KEM-768 + ML-DSA-65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handshake shape, different hard problem underneath — lattice math, not factoring or discrete 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6233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ML-KEM-768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establishment (a KEM) — lets two parties agree on a shared secret, quantum-resistant.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SOLVE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sign anything, and is NOT a full replacement for AES — it only replaces the key-exchange step.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6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331720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6948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ML-DSA-65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— proves a message or handshake wasn't forged, quantum-resistant.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SOLVE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establish keys — it solves a completely different problem than ML-KEM.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“Hello” to ciphertext: one message's real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0B1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385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193852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opens /ws. Server runs a REAL asymmetric handshake — X25519+Ed25519, or ML-KEM-768+ML-DSA-65 if PQC is 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871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48716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 (asymmetric output) → HKDF-SHA256 → 32-byte AES-256 session key. Stored per-user in connection_manager.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035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&amp; send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03580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hits send. Browser stamps client_msg_id + starts a real clock (performance.now()).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5844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(legit path)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58444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chat participants get plaintext over their own already-authenticated connection — no re-encryption needed here.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FA99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1330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(eavesdropper path)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413308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encryption is ON: AES-256-GCM seals the same text with the session key; signed with Ed25519/ML-DSA if integrity is 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0FA99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6817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to /ws/viewer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468172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Viewer gets ONLY the sealed version. Real ciphertext — genuinely unreadable without the session key.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5074920"/>
            <a:ext cx="0" cy="201168"/>
          </a:xfrm>
          <a:prstGeom prst="line">
            <a:avLst/>
          </a:prstGeom>
          <a:noFill/>
          <a:ln w="19050">
            <a:solidFill>
              <a:srgbClr val="D5DCE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5230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&amp; measure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20440" y="523036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echoes client_msg_id back. Browser stops its clock — real round-trip time, tagged by which medium carried it.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87959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9FBF8"/>
          </a:solidFill>
          <a:ln w="12700">
            <a:solidFill>
              <a:srgbClr val="0FA9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879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crypto's real job here: establish the key and the identity. It never touches the message body directly — AES-GCM does that.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asymmetric crypto lives in each component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0B1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2103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THERE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crypto_engine.py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0" y="2560320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/ ML-KEM-768 key exchange, Ed25519 / ML-DSA-65 sign &amp; verify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09760" y="2560320"/>
            <a:ext cx="2103120" cy="512064"/>
          </a:xfrm>
          <a:prstGeom prst="rect">
            <a:avLst/>
          </a:prstGeom>
          <a:solidFill>
            <a:srgbClr val="1FAE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1064240" cy="51206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7238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/ws connect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0" y="307238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perform_handshake() once per connection, times it, stores the result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0" y="3072384"/>
            <a:ext cx="2103120" cy="512064"/>
          </a:xfrm>
          <a:prstGeom prst="rect">
            <a:avLst/>
          </a:prstGeom>
          <a:solidFill>
            <a:srgbClr val="1FAE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triggers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84448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connection_manager.py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3584448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per-user session key (asymmetric output) + signer public keys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3584448"/>
            <a:ext cx="2103120" cy="512064"/>
          </a:xfrm>
          <a:prstGeom prst="rect">
            <a:avLst/>
          </a:prstGeom>
          <a:solidFill>
            <a:srgbClr val="FCEF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output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51206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9651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message loop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31920" y="409651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seal using that session key; attaches the real signature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0" y="4096512"/>
            <a:ext cx="2103120" cy="512064"/>
          </a:xfrm>
          <a:prstGeom prst="rect">
            <a:avLst/>
          </a:prstGeom>
          <a:solidFill>
            <a:srgbClr val="E3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symmetric (AES)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08576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08576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security_engine.py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31920" y="4608576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Tamper/replay attacks call the real verify() against the real signature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4608576"/>
            <a:ext cx="2103120" cy="512064"/>
          </a:xfrm>
          <a:prstGeom prst="rect">
            <a:avLst/>
          </a:prstGeom>
          <a:solidFill>
            <a:srgbClr val="FCEF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51206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120640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security.py  (JWT)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31920" y="5120640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— a shared-secret HMAC, checked on every protected route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09760" y="5120640"/>
            <a:ext cx="2103120" cy="512064"/>
          </a:xfrm>
          <a:prstGeom prst="rect">
            <a:avLst/>
          </a:prstGeom>
          <a:solidFill>
            <a:srgbClr val="E3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symmetric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632704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63270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security.py  (passwords)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31920" y="563270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9760" y="5632704"/>
            <a:ext cx="2103120" cy="512064"/>
          </a:xfrm>
          <a:prstGeom prst="rect">
            <a:avLst/>
          </a:prstGeom>
          <a:solidFill>
            <a:srgbClr val="E3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one-way hash, not encryption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attacks, against our own app — both dashboard and viewer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Unauthorized WebSocket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without a 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32520" y="21488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websocket_authentication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7919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JWT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67919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/ expired 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32520" y="26791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jwt_authentication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954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Tampering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3209544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 the payload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320954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jwt_authentication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3989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 / Malicious Input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3739896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via chat 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32520" y="373989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7024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Tampering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4270248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 real captured byte, re-verify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427024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message_integrity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6424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006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480060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 real nonce, check the real cache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32520" y="4800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message_integrity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330952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309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Leak Simulation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06240" y="533095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why Argon2id matters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2520" y="53309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99846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152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99846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not narrated: tampering flips an actual byte in the last real ciphertext this user sent, then calls the real AEAD/signature verify. Replay checks real nonce reuse in a live cache — both scoped to our own app's traffic only.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60-second live window, not a single click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04872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404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Run Benchmark starts a background asyncio task that keeps measuring for the full window (default 60s) — it doesn't block chat traffic.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404872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2404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iterations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 is one full real handshake + one real signed AES-GCM seal, timed with perf_counter(). Averaged live, not batched after the fact.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70832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/ws capture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genuine chat connection made during the window gets its own real handshake tagged with the same session_id — organic traffic folds into the result.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70832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Per-medium chat latency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times its own round trip (send → server echo) on its own clock — no cross-machine clock skew — tagged PLAINTEXT vs ENCRYPTED.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ExperimentResult row is stored with a session_id — browsable later in the dashboard's History panel, filtered by type.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WHAT'S FIXED VS WHAT WE MEASURE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vs PQC: protocol-defined sizes are public constants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031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10312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0B152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chart is — honestly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7432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byte sizes are fixed by the published NIST specification — not measured on our machine, and not fabricated. They don't change run to run.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01000" y="3840480"/>
            <a:ext cx="3383280" cy="0"/>
          </a:xfrm>
          <a:prstGeom prst="line">
            <a:avLst/>
          </a:prstGeom>
          <a:noFill/>
          <a:ln w="12700">
            <a:solidFill>
              <a:srgbClr val="1E2F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ISN'T fixed — timing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44348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and message-seal TIME depends on the machine running it. We show that live from the dashboard's real 60-second benchmark — next slide.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LIVE AT DEMO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 &amp; chat latency, measured on stage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E3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394960" y="2606040"/>
            <a:ext cx="822960" cy="82296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36118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Benchmark — 60s window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416052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don't print numbers here. Every prior number in this deck (byte sizes) is a public constant — timing is specific to whatever machine runs the demo, so we measure it live: real X25519/Ed25519 vs ML-KEM-768/ML-DSA-65 handshakes, back to back, for the full window — plus real chat round-trip time by medium.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handshake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53949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/ws handshakes captured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53949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5394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latency by medium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CRYPTOGRAPHY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recognition: an interaction layer, not a crypto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42032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395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3957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+ Argon2id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0" y="23957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you who your credentials say?”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776472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76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630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security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630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X25519/ML-KEM + Ed25519/ML-DSA + AES-GCM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36301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channel private and unforged?”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010912"/>
            <a:ext cx="548640" cy="5486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10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8646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/ liveness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864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E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 real, present human confirming this action?”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1264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CEFD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gesture recognition provides cryptographic security. It confirms presence/intent — the crypto layer still does the encrypting.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Sentinel doesn't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505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95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Single-process demo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state (ACTIVE_BENCHMARK_SESSION) is one dict in memory — fine for a researchathon, would need a lock or shared store for multiple workers.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4505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395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 topology is simplified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“parties” in a synthetic benchmark iteration run server-side — real keys, real timings, but on one machine, not two.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client-side WebCrypto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participants get plaintext over their own authenticated connection; encryption is proven against the eavesdropper (viewer) channel.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41655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ML-DSA-65 signature size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~3.3KB per signature, PQC's bandwidth cost is real and visible — not hidden from the comparison.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94360" cy="59436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5669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Progressively strengthening a real-time web app — up to and including post-quantum cryptography — has a real, measurable performance cost. Sentinel doesn't assert that cost; it lets you toggle, attack, and measure it yourself.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623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switchable, compared under the same real attack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108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62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against our own app's real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3108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6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live, stored, and browsable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1E2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Hasan  &amp;  Samreen Sikandar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2026-08-20T02:01:20Z</dcterms:created>
  <dcterms:modified xsi:type="dcterms:W3CDTF">2026-08-20T02:01:20Z</dcterms:modified>
</cp:coreProperties>
</file>